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0F3E99-2DEB-B2E2-475F-AAB0A8BE5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A6454A8-334E-FD96-A921-6E6F1DD02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3E69C45-5C1C-0627-2BBE-F7BA42422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AA302A4-ED77-7165-D769-B8992A7F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A08197F-500F-9A41-E085-13E282DD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0281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41299B-82ED-83BE-EE5B-D5F0348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E72CAAE-C0F2-8C56-A118-BA42F1634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B30D8DA-98E0-2A2D-CE69-EA7B4B1B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B52AD44-0220-D9F6-5199-CFBB3905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1E387BC-EEBB-4B8F-A732-1C9183DA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802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A9EB07-9ACB-C084-3472-2BAABCEBE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321780F-DB26-9D06-2CA1-7EA197BAC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082B47F-0D42-74EF-74D0-6E64FA9A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027F07F-D5B0-13ED-BC08-12624599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F9B0EAA-4BE6-B201-1192-2695FADB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4904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DC7D8E-D181-2563-8865-1600F480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84D72D-DF55-F3E1-8EA1-178907599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736BF38-3E20-FAB8-2199-E7F528335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4E241EA-2050-C3C7-7F07-46FB6E44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A32F068-1E8A-F643-DDD3-7D1AC632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02FC7CA-3F29-0925-95D5-A47386F3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15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FD8D03-B143-391F-D1D6-AAD925C9A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5CB1386-0815-AC7D-3040-E4A0ED22E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4CB0E9A-9EE3-6FEB-9955-A91F6F820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5722F45-CC2C-8ED3-55F7-CA071D81A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013CBCE-30CB-26C0-04F8-BEBC9DE59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115ACC2-62CD-EBDF-847B-D7B2DFE33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E356CE9-1ACE-7EF2-F923-DDB4F5D8E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1DD8AF08-E96B-E4F2-6680-2CEB3178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5172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AE9D57-6B37-7E31-E925-C599572F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8EE484E-B31B-48EF-37F8-CB82540B8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F194CB5-D16D-6301-7CEF-A391EC80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63A25AF-8B48-E7FB-71B9-0775575A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420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13B7869-E784-9037-EF7D-BF7745BB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F5BF33E-E5AA-51C5-2412-2C90D9BD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6B2745B-F1E3-1730-E017-FAEF8EC2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298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B5C266-E95B-4826-2E4F-6EC87DE52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852D73-2898-E44A-E05B-3E9B0C663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8316925-9A69-C5CC-51DF-286CDAC62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90E513C-8A62-49FD-813E-8193E252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09F6270-BD47-B53C-54D7-9DA5AFC5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43C641C-131F-23AD-8F53-14C78392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9743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229448-AEB2-2E7B-21CF-2E4A7A9B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51E89C7-A30F-05D4-CD10-31CEFFD29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DD5D611-A7DF-8C64-3298-CCB843CE7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6180129-CEEA-B973-3DA9-F42D9E7B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9E96ED2-1AD5-98DF-C3B4-91172C35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66557BD-E112-B0C6-5A71-9C4487B3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733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FCFBC1-B9D2-CDDF-A0E3-22728DD5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C639F44-CEA1-7C70-51A8-FACE4A525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043DF00-FF9C-BEB3-519C-71B017B7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76F8608-809C-9D81-8580-DDD73E83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3A29571-8BD7-D801-E0BD-A759288E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715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15D3CF6-81F2-D97B-C281-12C211ABA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735298C-1D2B-DB74-91F5-B812F9911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0402AB2-E962-0131-9724-BA75EC7C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0F18FD-4AF8-1EA4-9E91-A460CDE4A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994B032-8577-89E2-AE04-03427DFD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289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EFE2ED9-5DC9-617C-D8F5-06E7B64C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F2DBBC6-2A89-ADC4-A43B-282162E92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8826A4-C6C8-B9C2-1437-0ABAB47A6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69DD4-EF5E-4666-AEE2-0F728110131B}" type="datetimeFigureOut">
              <a:rPr lang="tr-TR" smtClean="0"/>
              <a:t>2.11.2025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64E6552-D178-E8CE-2C46-8A84A0A1C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13195DD-B8E8-F029-8CFE-ABA1555CA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B6A0B-E9D9-48FE-9001-03D048E39F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54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B3E353-A6BD-EBE4-E11C-80E065319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051243"/>
          </a:xfrm>
        </p:spPr>
        <p:txBody>
          <a:bodyPr/>
          <a:lstStyle/>
          <a:p>
            <a:r>
              <a:rPr lang="tr-TR" dirty="0" err="1"/>
              <a:t>Unity</a:t>
            </a:r>
            <a:r>
              <a:rPr lang="tr-TR" dirty="0"/>
              <a:t> Projem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5437C7B-E1F4-DCA1-3DEA-CEA5D2A42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Yapımcı: Ege Eymen KÖSE</a:t>
            </a:r>
          </a:p>
          <a:p>
            <a:r>
              <a:rPr lang="tr-TR" dirty="0"/>
              <a:t>Kod Yapımcısı: Visual </a:t>
            </a:r>
            <a:r>
              <a:rPr lang="tr-TR" dirty="0" err="1"/>
              <a:t>Studio</a:t>
            </a:r>
            <a:r>
              <a:rPr lang="tr-TR" dirty="0"/>
              <a:t> </a:t>
            </a:r>
            <a:r>
              <a:rPr lang="tr-TR" dirty="0" err="1"/>
              <a:t>Code’nin</a:t>
            </a:r>
            <a:r>
              <a:rPr lang="tr-TR" dirty="0"/>
              <a:t> Copilotu ve Copilot</a:t>
            </a:r>
          </a:p>
        </p:txBody>
      </p:sp>
    </p:spTree>
    <p:extLst>
      <p:ext uri="{BB962C8B-B14F-4D97-AF65-F5344CB8AC3E}">
        <p14:creationId xmlns:p14="http://schemas.microsoft.com/office/powerpoint/2010/main" val="3923000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098CCD5-6728-5278-41B2-C0EA2FE83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23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CC841FA-9B18-088C-1B5B-F80FAE23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			Oyunun Görünümü: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668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14F96B3-8FCA-4852-F671-51FE558D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5594" y="929640"/>
            <a:ext cx="4231766" cy="4749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Oyun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Kontrolleri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br>
              <a:rPr lang="tr-TR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tr-TR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Boşluk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Tuşu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Ateş Eder</a:t>
            </a:r>
            <a:br>
              <a:rPr lang="tr-TR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W,A,S,D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Tuşları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Hareket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Ettirir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br>
              <a:rPr lang="tr-TR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Ok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Tuşları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Karakteri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Döndürür</a:t>
            </a:r>
            <a:r>
              <a:rPr lang="en-US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br>
              <a:rPr lang="tr-TR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2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A31501B-2C61-8EAD-8574-676E1FD3A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268" r="5535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6606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C55B23A-90A9-C4C1-29EC-A84B2CBA3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728" y="4558430"/>
            <a:ext cx="6585712" cy="2080251"/>
          </a:xfrm>
        </p:spPr>
        <p:txBody>
          <a:bodyPr>
            <a:normAutofit/>
          </a:bodyPr>
          <a:lstStyle/>
          <a:p>
            <a:r>
              <a:rPr lang="tr-TR" sz="1600" dirty="0"/>
              <a:t>Her Küre Şeklinde Olan Düşmanlara Vurduğumuzda 10 </a:t>
            </a:r>
            <a:r>
              <a:rPr lang="tr-TR" sz="1600" dirty="0" err="1"/>
              <a:t>Score</a:t>
            </a:r>
            <a:r>
              <a:rPr lang="tr-TR" sz="1600" dirty="0"/>
              <a:t> Kazanırız ve </a:t>
            </a:r>
            <a:r>
              <a:rPr lang="tr-TR" sz="1600" dirty="0" err="1"/>
              <a:t>Scor’larımız</a:t>
            </a:r>
            <a:r>
              <a:rPr lang="tr-TR" sz="1600" dirty="0"/>
              <a:t> Sol Üstte Görünür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E1B72E2-3F5A-65B3-3239-85748DBF78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710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358AB9E-4FE0-36DA-7896-5C9271E0A494}"/>
              </a:ext>
            </a:extLst>
          </p:cNvPr>
          <p:cNvSpPr txBox="1"/>
          <p:nvPr/>
        </p:nvSpPr>
        <p:spPr>
          <a:xfrm>
            <a:off x="2041821" y="4867750"/>
            <a:ext cx="2176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Oyunun Özellikleri :</a:t>
            </a:r>
          </a:p>
        </p:txBody>
      </p:sp>
    </p:spTree>
    <p:extLst>
      <p:ext uri="{BB962C8B-B14F-4D97-AF65-F5344CB8AC3E}">
        <p14:creationId xmlns:p14="http://schemas.microsoft.com/office/powerpoint/2010/main" val="2975544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B00049C-4D8C-F317-7CEB-2558C965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0"/>
            <a:ext cx="5588000" cy="685800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tr-TR" sz="3400" dirty="0"/>
            </a:br>
            <a:br>
              <a:rPr lang="tr-TR" sz="3400" dirty="0"/>
            </a:br>
            <a:r>
              <a:rPr lang="en-US" sz="3400" dirty="0"/>
              <a:t>Sol </a:t>
            </a:r>
            <a:r>
              <a:rPr lang="en-US" sz="3400" dirty="0" err="1"/>
              <a:t>Tarafta</a:t>
            </a:r>
            <a:r>
              <a:rPr lang="en-US" sz="3400" dirty="0"/>
              <a:t> </a:t>
            </a:r>
            <a:r>
              <a:rPr lang="en-US" sz="3400" dirty="0" err="1"/>
              <a:t>Gördüğünüz</a:t>
            </a:r>
            <a:r>
              <a:rPr lang="en-US" sz="3400" dirty="0"/>
              <a:t> Mavi</a:t>
            </a:r>
            <a:br>
              <a:rPr lang="tr-TR" sz="3400" dirty="0"/>
            </a:br>
            <a:br>
              <a:rPr lang="tr-TR" sz="3400" dirty="0"/>
            </a:br>
            <a:r>
              <a:rPr lang="en-US" sz="3400" dirty="0"/>
              <a:t> </a:t>
            </a:r>
            <a:r>
              <a:rPr lang="en-US" sz="3400" dirty="0" err="1"/>
              <a:t>Küp</a:t>
            </a:r>
            <a:r>
              <a:rPr lang="en-US" sz="3400" dirty="0"/>
              <a:t> Bizim </a:t>
            </a:r>
            <a:r>
              <a:rPr lang="en-US" sz="3400" dirty="0" err="1"/>
              <a:t>Koruduğumuz</a:t>
            </a:r>
            <a:r>
              <a:rPr lang="en-US" sz="3400" dirty="0"/>
              <a:t> </a:t>
            </a:r>
            <a:br>
              <a:rPr lang="tr-TR" sz="3400" dirty="0"/>
            </a:br>
            <a:br>
              <a:rPr lang="tr-TR" sz="3400" dirty="0"/>
            </a:br>
            <a:r>
              <a:rPr lang="tr-TR" sz="3400" dirty="0"/>
              <a:t>Hazinemizdir</a:t>
            </a:r>
            <a:r>
              <a:rPr lang="en-US" sz="3400" dirty="0"/>
              <a:t> </a:t>
            </a:r>
            <a:r>
              <a:rPr lang="en-US" sz="3400" dirty="0" err="1"/>
              <a:t>ve</a:t>
            </a:r>
            <a:r>
              <a:rPr lang="en-US" sz="3400" dirty="0"/>
              <a:t> Bu </a:t>
            </a:r>
            <a:r>
              <a:rPr lang="en-US" sz="3400" dirty="0" err="1"/>
              <a:t>Koruduğumuz</a:t>
            </a:r>
            <a:r>
              <a:rPr lang="en-US" sz="3400" dirty="0"/>
              <a:t> </a:t>
            </a:r>
            <a:br>
              <a:rPr lang="tr-TR" sz="3400" dirty="0"/>
            </a:br>
            <a:br>
              <a:rPr lang="tr-TR" sz="3400" dirty="0"/>
            </a:br>
            <a:r>
              <a:rPr lang="en-US" sz="3400" dirty="0" err="1"/>
              <a:t>Küpü</a:t>
            </a:r>
            <a:r>
              <a:rPr lang="en-US" sz="3400" dirty="0"/>
              <a:t> </a:t>
            </a:r>
            <a:r>
              <a:rPr lang="en-US" sz="3400" dirty="0" err="1"/>
              <a:t>Düşmanlarımız</a:t>
            </a:r>
            <a:r>
              <a:rPr lang="en-US" sz="3400" dirty="0"/>
              <a:t> Takip </a:t>
            </a:r>
            <a:br>
              <a:rPr lang="tr-TR" sz="3400" dirty="0"/>
            </a:br>
            <a:br>
              <a:rPr lang="tr-TR" sz="3400" dirty="0"/>
            </a:br>
            <a:r>
              <a:rPr lang="en-US" sz="3400" dirty="0"/>
              <a:t>Eder </a:t>
            </a:r>
            <a:r>
              <a:rPr lang="en-US" sz="3400" dirty="0" err="1"/>
              <a:t>ve</a:t>
            </a:r>
            <a:r>
              <a:rPr lang="en-US" sz="3400" dirty="0"/>
              <a:t> D</a:t>
            </a:r>
            <a:r>
              <a:rPr lang="tr-TR" sz="3400" dirty="0"/>
              <a:t>okunduğunda</a:t>
            </a:r>
            <a:r>
              <a:rPr lang="en-US" sz="3400" dirty="0"/>
              <a:t> </a:t>
            </a:r>
            <a:r>
              <a:rPr lang="en-US" sz="3400" dirty="0" err="1"/>
              <a:t>Küp’ün</a:t>
            </a:r>
            <a:r>
              <a:rPr lang="en-US" sz="3400" dirty="0"/>
              <a:t> </a:t>
            </a:r>
            <a:r>
              <a:rPr lang="en-US" sz="3400" dirty="0" err="1"/>
              <a:t>Üst</a:t>
            </a:r>
            <a:r>
              <a:rPr lang="en-US" sz="3400" dirty="0"/>
              <a:t> </a:t>
            </a:r>
            <a:br>
              <a:rPr lang="tr-TR" sz="3400" dirty="0"/>
            </a:br>
            <a:br>
              <a:rPr lang="tr-TR" sz="3400" dirty="0"/>
            </a:br>
            <a:r>
              <a:rPr lang="en-US" sz="3400" dirty="0" err="1"/>
              <a:t>Tarafta</a:t>
            </a:r>
            <a:r>
              <a:rPr lang="en-US" sz="3400" dirty="0"/>
              <a:t> </a:t>
            </a:r>
            <a:r>
              <a:rPr lang="en-US" sz="3400" dirty="0" err="1"/>
              <a:t>Gördüğünüz</a:t>
            </a:r>
            <a:r>
              <a:rPr lang="en-US" sz="3400" dirty="0"/>
              <a:t> Can </a:t>
            </a:r>
            <a:r>
              <a:rPr lang="en-US" sz="3400" dirty="0" err="1"/>
              <a:t>Barı</a:t>
            </a:r>
            <a:r>
              <a:rPr lang="tr-TR" sz="3400" dirty="0"/>
              <a:t> </a:t>
            </a:r>
            <a:r>
              <a:rPr lang="en-US" sz="3400" dirty="0" err="1"/>
              <a:t>Azalır</a:t>
            </a:r>
            <a:r>
              <a:rPr lang="en-US" sz="3400" dirty="0"/>
              <a:t>.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C9769A74-B0A8-A59F-9430-38B58388CA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93" r="33534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40211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A891447-853D-FB56-E863-D4557DEB3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5" r="1082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76CA06B-B6DD-4B71-8ABE-D8C583EC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300">
                <a:solidFill>
                  <a:schemeClr val="tx1">
                    <a:lumMod val="85000"/>
                    <a:lumOff val="15000"/>
                  </a:schemeClr>
                </a:solidFill>
              </a:rPr>
              <a:t>Düşmanlarımız Aynı Zamanda Sağda Gördüğünüz Bizim Karakterimize Dokunduğundada Alt Taraftaki Bizim Can Barımız Azalıyor.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452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344B437-61DC-8A5F-3354-0D0D3C966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anchor="b">
            <a:normAutofit/>
          </a:bodyPr>
          <a:lstStyle/>
          <a:p>
            <a:pPr algn="ctr"/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Bizim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Karakterimizin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veya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Hazinemizin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Canı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Bitince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Game Over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Ekranı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Geliyor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ve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Eğer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«Restart»</a:t>
            </a:r>
            <a:b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Tuşuna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Basarsak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Oyun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Baştan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Başlıyor</a:t>
            </a:r>
            <a:r>
              <a:rPr lang="en-US" sz="1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27FCC50-22ED-5F01-2E8C-0827808FC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334" y="579473"/>
            <a:ext cx="8365331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30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147</Words>
  <Application>Microsoft Office PowerPoint</Application>
  <PresentationFormat>Geniş ekran</PresentationFormat>
  <Paragraphs>10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Teması</vt:lpstr>
      <vt:lpstr>Unity Projem</vt:lpstr>
      <vt:lpstr>   Oyunun Görünümü:</vt:lpstr>
      <vt:lpstr>Oyun Kontrolleri:    Boşluk Tuşu Ateş Eder  W,A,S,D Tuşları Hareket Ettirir.  Ok Tuşları Karakteri Döndürür. </vt:lpstr>
      <vt:lpstr>Her Küre Şeklinde Olan Düşmanlara Vurduğumuzda 10 Score Kazanırız ve Scor’larımız Sol Üstte Görünür</vt:lpstr>
      <vt:lpstr>  Sol Tarafta Gördüğünüz Mavi   Küp Bizim Koruduğumuz   Hazinemizdir ve Bu Koruduğumuz   Küpü Düşmanlarımız Takip   Eder ve Dokunduğunda Küp’ün Üst   Tarafta Gördüğünüz Can Barı Azalır.</vt:lpstr>
      <vt:lpstr>Düşmanlarımız Aynı Zamanda Sağda Gördüğünüz Bizim Karakterimize Dokunduğundada Alt Taraftaki Bizim Can Barımız Azalıyor.</vt:lpstr>
      <vt:lpstr>Bizim Karakterimizin veya Hazinemizin Canı Bitince Game Over Ekranı Geliyor ve Eğer «Restart» Tuşuna Basarsak Oyun Baştan Başlıyor.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Şendal Köse</dc:creator>
  <cp:lastModifiedBy>Şendal Köse</cp:lastModifiedBy>
  <cp:revision>3</cp:revision>
  <dcterms:created xsi:type="dcterms:W3CDTF">2025-11-02T12:26:31Z</dcterms:created>
  <dcterms:modified xsi:type="dcterms:W3CDTF">2025-11-02T14:04:22Z</dcterms:modified>
</cp:coreProperties>
</file>